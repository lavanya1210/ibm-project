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ADC93-E776-4070-8AC3-A13CD4E7545C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54665-DF3B-4565-94E0-8FD2A3DF3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77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306858" y="112961"/>
            <a:ext cx="4833372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914043" y="3360216"/>
            <a:ext cx="5601415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914043" y="4395464"/>
            <a:ext cx="5601415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914043" y="5430713"/>
            <a:ext cx="560141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CA977A3-5FA0-8FF5-E1D1-86C9ED676512}"/>
              </a:ext>
            </a:extLst>
          </p:cNvPr>
          <p:cNvSpPr txBox="1"/>
          <p:nvPr/>
        </p:nvSpPr>
        <p:spPr>
          <a:xfrm>
            <a:off x="1001268" y="1865376"/>
            <a:ext cx="6269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58" y="1089765"/>
            <a:ext cx="8354890" cy="523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3544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306858" y="112961"/>
            <a:ext cx="4833372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914043" y="3360216"/>
            <a:ext cx="5601415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914043" y="4395464"/>
            <a:ext cx="5601415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914043" y="5430713"/>
            <a:ext cx="560141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B55001C-8880-8B09-8704-29D3F62E7A03}"/>
              </a:ext>
            </a:extLst>
          </p:cNvPr>
          <p:cNvSpPr txBox="1"/>
          <p:nvPr/>
        </p:nvSpPr>
        <p:spPr>
          <a:xfrm>
            <a:off x="1001268" y="1865376"/>
            <a:ext cx="62690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48" y="1089764"/>
            <a:ext cx="8539619" cy="5033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own Arrow 2"/>
          <p:cNvSpPr/>
          <p:nvPr/>
        </p:nvSpPr>
        <p:spPr>
          <a:xfrm>
            <a:off x="3269293" y="4778489"/>
            <a:ext cx="216074" cy="6522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80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92" y="315914"/>
            <a:ext cx="8361124" cy="579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35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762000"/>
            <a:ext cx="8001000" cy="580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7707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(4:3)</PresentationFormat>
  <Paragraphs>12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SRINIVASA RAO KOLUSU</dc:creator>
  <cp:lastModifiedBy>SRINIVASA RAO KOLUSU</cp:lastModifiedBy>
  <cp:revision>1</cp:revision>
  <dcterms:created xsi:type="dcterms:W3CDTF">2006-08-16T00:00:00Z</dcterms:created>
  <dcterms:modified xsi:type="dcterms:W3CDTF">2026-08-02T20:20:20Z</dcterms:modified>
</cp:coreProperties>
</file>