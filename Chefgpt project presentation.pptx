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83" r:id="rId2"/>
    <p:sldId id="257" r:id="rId3"/>
    <p:sldId id="282" r:id="rId4"/>
    <p:sldId id="296" r:id="rId5"/>
    <p:sldId id="285" r:id="rId6"/>
    <p:sldId id="278" r:id="rId7"/>
    <p:sldId id="281" r:id="rId8"/>
    <p:sldId id="279" r:id="rId9"/>
    <p:sldId id="291" r:id="rId10"/>
    <p:sldId id="262" r:id="rId11"/>
    <p:sldId id="264" r:id="rId12"/>
    <p:sldId id="290" r:id="rId13"/>
    <p:sldId id="293" r:id="rId14"/>
    <p:sldId id="294" r:id="rId15"/>
    <p:sldId id="295" r:id="rId16"/>
    <p:sldId id="286" r:id="rId17"/>
    <p:sldId id="287" r:id="rId18"/>
    <p:sldId id="280" r:id="rId19"/>
    <p:sldId id="288" r:id="rId20"/>
    <p:sldId id="289" r:id="rId21"/>
    <p:sldId id="27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8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hrivastava" userId="S::ashrivastava@edunetfoundation.org::c21995ab-fa37-4cde-b5a3-dec0fb9e9a10" providerId="AD" clId="Web-{088AD18C-7811-B1E2-9ED5-57A1A5542DF6}"/>
    <pc:docChg chg="addSld delSld modSld sldOrd">
      <pc:chgData name="Aman Shrivastava" userId="S::ashrivastava@edunetfoundation.org::c21995ab-fa37-4cde-b5a3-dec0fb9e9a10" providerId="AD" clId="Web-{088AD18C-7811-B1E2-9ED5-57A1A5542DF6}" dt="2026-06-19T06:28:44.546" v="262"/>
      <pc:docMkLst>
        <pc:docMk/>
      </pc:docMkLst>
      <pc:sldChg chg="addSp delSp modSp">
        <pc:chgData name="Aman Shrivastava" userId="S::ashrivastava@edunetfoundation.org::c21995ab-fa37-4cde-b5a3-dec0fb9e9a10" providerId="AD" clId="Web-{088AD18C-7811-B1E2-9ED5-57A1A5542DF6}" dt="2026-06-19T06:24:33.481" v="246"/>
        <pc:sldMkLst>
          <pc:docMk/>
          <pc:sldMk cId="0" sldId="257"/>
        </pc:sldMkLst>
        <pc:spChg chg="add del">
          <ac:chgData name="Aman Shrivastava" userId="S::ashrivastava@edunetfoundation.org::c21995ab-fa37-4cde-b5a3-dec0fb9e9a10" providerId="AD" clId="Web-{088AD18C-7811-B1E2-9ED5-57A1A5542DF6}" dt="2026-06-19T06:20:45.745" v="122"/>
          <ac:spMkLst>
            <pc:docMk/>
            <pc:sldMk cId="0" sldId="257"/>
            <ac:spMk id="2" creationId="{20FC1D0F-7927-693D-B3A8-BEEE7BBB2D18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3:34.731" v="211" actId="20577"/>
          <ac:spMkLst>
            <pc:docMk/>
            <pc:sldMk cId="0" sldId="257"/>
            <ac:spMk id="3" creationId="{B0B023FA-CFEB-ACE9-8425-7E72E307CDC5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02.481" v="214"/>
          <ac:spMkLst>
            <pc:docMk/>
            <pc:sldMk cId="0" sldId="257"/>
            <ac:spMk id="5" creationId="{8CF059D9-DCD7-9C47-2E79-C5986ADDD187}"/>
          </ac:spMkLst>
        </pc:spChg>
        <pc:spChg chg="add del mod">
          <ac:chgData name="Aman Shrivastava" userId="S::ashrivastava@edunetfoundation.org::c21995ab-fa37-4cde-b5a3-dec0fb9e9a10" providerId="AD" clId="Web-{088AD18C-7811-B1E2-9ED5-57A1A5542DF6}" dt="2026-06-19T06:24:33.481" v="246"/>
          <ac:spMkLst>
            <pc:docMk/>
            <pc:sldMk cId="0" sldId="257"/>
            <ac:spMk id="6" creationId="{351EC9F7-1007-D29E-338A-EEE56747ED3E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5:34.945" v="78" actId="1076"/>
        <pc:sldMkLst>
          <pc:docMk/>
          <pc:sldMk cId="0" sldId="262"/>
        </pc:sldMkLst>
        <pc:picChg chg="add mod">
          <ac:chgData name="Aman Shrivastava" userId="S::ashrivastava@edunetfoundation.org::c21995ab-fa37-4cde-b5a3-dec0fb9e9a10" providerId="AD" clId="Web-{088AD18C-7811-B1E2-9ED5-57A1A5542DF6}" dt="2026-06-19T06:15:34.945" v="78" actId="1076"/>
          <ac:picMkLst>
            <pc:docMk/>
            <pc:sldMk cId="0" sldId="262"/>
            <ac:picMk id="3" creationId="{81932CE2-F219-0CA8-0102-55B8C682B8A2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5:23.585" v="76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">
        <pc:chgData name="Aman Shrivastava" userId="S::ashrivastava@edunetfoundation.org::c21995ab-fa37-4cde-b5a3-dec0fb9e9a10" providerId="AD" clId="Web-{088AD18C-7811-B1E2-9ED5-57A1A5542DF6}" dt="2026-06-19T06:25:36.169" v="257" actId="20577"/>
        <pc:sldMkLst>
          <pc:docMk/>
          <pc:sldMk cId="2115484872" sldId="277"/>
        </pc:sldMkLst>
        <pc:spChg chg="add mod">
          <ac:chgData name="Aman Shrivastava" userId="S::ashrivastava@edunetfoundation.org::c21995ab-fa37-4cde-b5a3-dec0fb9e9a10" providerId="AD" clId="Web-{088AD18C-7811-B1E2-9ED5-57A1A5542DF6}" dt="2026-06-19T06:25:32.075" v="255" actId="20577"/>
          <ac:spMkLst>
            <pc:docMk/>
            <pc:sldMk cId="2115484872" sldId="277"/>
            <ac:spMk id="14" creationId="{7B8E599E-5B1D-59CD-4F1D-CEF8D0CA327B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6:25:36.169" v="257" actId="20577"/>
          <ac:spMkLst>
            <pc:docMk/>
            <pc:sldMk cId="2115484872" sldId="277"/>
            <ac:spMk id="15" creationId="{B22EA981-5113-2D05-C1A2-169306E1D47C}"/>
          </ac:spMkLst>
        </pc:spChg>
        <pc:picChg chg="del mod">
          <ac:chgData name="Aman Shrivastava" userId="S::ashrivastava@edunetfoundation.org::c21995ab-fa37-4cde-b5a3-dec0fb9e9a10" providerId="AD" clId="Web-{088AD18C-7811-B1E2-9ED5-57A1A5542DF6}" dt="2026-06-19T06:18:45.275" v="79"/>
          <ac:picMkLst>
            <pc:docMk/>
            <pc:sldMk cId="2115484872" sldId="277"/>
            <ac:picMk id="2" creationId="{E9DB3200-E2EC-A058-B02D-E1510060484E}"/>
          </ac:picMkLst>
        </pc:picChg>
        <pc:picChg chg="del">
          <ac:chgData name="Aman Shrivastava" userId="S::ashrivastava@edunetfoundation.org::c21995ab-fa37-4cde-b5a3-dec0fb9e9a10" providerId="AD" clId="Web-{088AD18C-7811-B1E2-9ED5-57A1A5542DF6}" dt="2026-06-19T06:18:46.790" v="80"/>
          <ac:picMkLst>
            <pc:docMk/>
            <pc:sldMk cId="2115484872" sldId="277"/>
            <ac:picMk id="3" creationId="{03614573-D426-9337-9C0E-5207B9123920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3" actId="1076"/>
          <ac:picMkLst>
            <pc:docMk/>
            <pc:sldMk cId="2115484872" sldId="277"/>
            <ac:picMk id="12" creationId="{3E29AF1D-88C4-87E5-74DF-4E97121E06CE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25:26.403" v="254" actId="1076"/>
          <ac:picMkLst>
            <pc:docMk/>
            <pc:sldMk cId="2115484872" sldId="277"/>
            <ac:picMk id="13" creationId="{C81444F5-0692-DD67-1759-70821E53B029}"/>
          </ac:picMkLst>
        </pc:picChg>
        <pc:inkChg chg="add del">
          <ac:chgData name="Aman Shrivastava" userId="S::ashrivastava@edunetfoundation.org::c21995ab-fa37-4cde-b5a3-dec0fb9e9a10" providerId="AD" clId="Web-{088AD18C-7811-B1E2-9ED5-57A1A5542DF6}" dt="2026-06-19T05:51:50.431" v="39"/>
          <ac:inkMkLst>
            <pc:docMk/>
            <pc:sldMk cId="2115484872" sldId="277"/>
            <ac:inkMk id="4" creationId="{339FEE3F-7BE8-8E7A-6A09-16BCB25AB1E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4.134" v="45"/>
          <ac:inkMkLst>
            <pc:docMk/>
            <pc:sldMk cId="2115484872" sldId="277"/>
            <ac:inkMk id="6" creationId="{A89955C5-BB88-2BD8-C3DC-B49AE1FA753F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634" v="44"/>
          <ac:inkMkLst>
            <pc:docMk/>
            <pc:sldMk cId="2115484872" sldId="277"/>
            <ac:inkMk id="7" creationId="{215511CE-958D-7751-754D-0682F725A052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5:52:03.275" v="43"/>
          <ac:inkMkLst>
            <pc:docMk/>
            <pc:sldMk cId="2115484872" sldId="277"/>
            <ac:inkMk id="8" creationId="{54C6AFEC-9CCE-EC84-7FBE-A4154B140DC8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1.150" v="81"/>
          <ac:inkMkLst>
            <pc:docMk/>
            <pc:sldMk cId="2115484872" sldId="277"/>
            <ac:inkMk id="9" creationId="{4288BD03-6EE6-7ADE-E088-246DCEBA2D0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18:53.494" v="82"/>
          <ac:inkMkLst>
            <pc:docMk/>
            <pc:sldMk cId="2115484872" sldId="277"/>
            <ac:inkMk id="10" creationId="{64412BAE-99D1-29B6-F8E0-FFAEAC5EF7CE}"/>
          </ac:inkMkLst>
        </pc:inkChg>
        <pc:inkChg chg="add del">
          <ac:chgData name="Aman Shrivastava" userId="S::ashrivastava@edunetfoundation.org::c21995ab-fa37-4cde-b5a3-dec0fb9e9a10" providerId="AD" clId="Web-{088AD18C-7811-B1E2-9ED5-57A1A5542DF6}" dt="2026-06-19T06:06:19.409" v="69"/>
          <ac:inkMkLst>
            <pc:docMk/>
            <pc:sldMk cId="2115484872" sldId="277"/>
            <ac:inkMk id="11" creationId="{75A70817-4D26-F5D5-7B43-3BF146ADCFA3}"/>
          </ac:inkMkLst>
        </pc:inkChg>
      </pc:sldChg>
      <pc:sldChg chg="addSp delSp modSp add del ord">
        <pc:chgData name="Aman Shrivastava" userId="S::ashrivastava@edunetfoundation.org::c21995ab-fa37-4cde-b5a3-dec0fb9e9a10" providerId="AD" clId="Web-{088AD18C-7811-B1E2-9ED5-57A1A5542DF6}" dt="2026-06-19T06:28:44.546" v="262"/>
        <pc:sldMkLst>
          <pc:docMk/>
          <pc:sldMk cId="3764405840" sldId="278"/>
        </pc:sldMkLst>
        <pc:spChg chg="add del mod">
          <ac:chgData name="Aman Shrivastava" userId="S::ashrivastava@edunetfoundation.org::c21995ab-fa37-4cde-b5a3-dec0fb9e9a10" providerId="AD" clId="Web-{088AD18C-7811-B1E2-9ED5-57A1A5542DF6}" dt="2026-06-19T06:06:19.065" v="68" actId="20577"/>
          <ac:spMkLst>
            <pc:docMk/>
            <pc:sldMk cId="3764405840" sldId="278"/>
            <ac:spMk id="2" creationId="{151FBD4A-3273-E454-091D-D5B0678FC299}"/>
          </ac:spMkLst>
        </pc:spChg>
      </pc:sldChg>
      <pc:sldChg chg="addSp delSp modSp">
        <pc:chgData name="Aman Shrivastava" userId="S::ashrivastava@edunetfoundation.org::c21995ab-fa37-4cde-b5a3-dec0fb9e9a10" providerId="AD" clId="Web-{088AD18C-7811-B1E2-9ED5-57A1A5542DF6}" dt="2026-06-19T06:11:15.349" v="75" actId="1076"/>
        <pc:sldMkLst>
          <pc:docMk/>
          <pc:sldMk cId="2772501912" sldId="279"/>
        </pc:sldMkLst>
        <pc:picChg chg="del">
          <ac:chgData name="Aman Shrivastava" userId="S::ashrivastava@edunetfoundation.org::c21995ab-fa37-4cde-b5a3-dec0fb9e9a10" providerId="AD" clId="Web-{088AD18C-7811-B1E2-9ED5-57A1A5542DF6}" dt="2026-06-19T06:09:56.270" v="70"/>
          <ac:picMkLst>
            <pc:docMk/>
            <pc:sldMk cId="2772501912" sldId="279"/>
            <ac:picMk id="3" creationId="{11BF3590-52D3-DC9D-2C84-E66D9597D77D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6:11:15.349" v="75" actId="1076"/>
          <ac:picMkLst>
            <pc:docMk/>
            <pc:sldMk cId="2772501912" sldId="279"/>
            <ac:picMk id="4" creationId="{C597681A-DF93-B190-DD21-CBAEDA4E3CBF}"/>
          </ac:picMkLst>
        </pc:picChg>
      </pc:sldChg>
      <pc:sldChg chg="addSp del">
        <pc:chgData name="Aman Shrivastava" userId="S::ashrivastava@edunetfoundation.org::c21995ab-fa37-4cde-b5a3-dec0fb9e9a10" providerId="AD" clId="Web-{088AD18C-7811-B1E2-9ED5-57A1A5542DF6}" dt="2026-06-19T06:28:32.545" v="260"/>
        <pc:sldMkLst>
          <pc:docMk/>
          <pc:sldMk cId="4218467252" sldId="284"/>
        </pc:sldMkLst>
        <pc:inkChg chg="add">
          <ac:chgData name="Aman Shrivastava" userId="S::ashrivastava@edunetfoundation.org::c21995ab-fa37-4cde-b5a3-dec0fb9e9a10" providerId="AD" clId="Web-{088AD18C-7811-B1E2-9ED5-57A1A5542DF6}" dt="2026-06-19T06:02:12.187" v="49"/>
          <ac:inkMkLst>
            <pc:docMk/>
            <pc:sldMk cId="4218467252" sldId="284"/>
            <ac:inkMk id="4" creationId="{022D0B6B-16B4-5876-55B2-3ACEECC98828}"/>
          </ac:inkMkLst>
        </pc:inkChg>
      </pc:sldChg>
      <pc:sldChg chg="addSp delSp ord">
        <pc:chgData name="Aman Shrivastava" userId="S::ashrivastava@edunetfoundation.org::c21995ab-fa37-4cde-b5a3-dec0fb9e9a10" providerId="AD" clId="Web-{088AD18C-7811-B1E2-9ED5-57A1A5542DF6}" dt="2026-06-19T06:27:30.076" v="259"/>
        <pc:sldMkLst>
          <pc:docMk/>
          <pc:sldMk cId="2605851928" sldId="287"/>
        </pc:sldMkLst>
        <pc:spChg chg="add del">
          <ac:chgData name="Aman Shrivastava" userId="S::ashrivastava@edunetfoundation.org::c21995ab-fa37-4cde-b5a3-dec0fb9e9a10" providerId="AD" clId="Web-{088AD18C-7811-B1E2-9ED5-57A1A5542DF6}" dt="2026-06-19T05:52:06.978" v="46"/>
          <ac:spMkLst>
            <pc:docMk/>
            <pc:sldMk cId="2605851928" sldId="287"/>
            <ac:spMk id="2" creationId="{22776EB6-691D-8F86-ABF4-9D27BDFB77FE}"/>
          </ac:spMkLst>
        </pc:spChg>
      </pc:sldChg>
      <pc:sldChg chg="addSp delSp modSp new">
        <pc:chgData name="Aman Shrivastava" userId="S::ashrivastava@edunetfoundation.org::c21995ab-fa37-4cde-b5a3-dec0fb9e9a10" providerId="AD" clId="Web-{088AD18C-7811-B1E2-9ED5-57A1A5542DF6}" dt="2026-06-19T05:49:31.148" v="36" actId="20577"/>
        <pc:sldMkLst>
          <pc:docMk/>
          <pc:sldMk cId="1229047658" sldId="288"/>
        </pc:sldMkLst>
        <pc:spChg chg="del">
          <ac:chgData name="Aman Shrivastava" userId="S::ashrivastava@edunetfoundation.org::c21995ab-fa37-4cde-b5a3-dec0fb9e9a10" providerId="AD" clId="Web-{088AD18C-7811-B1E2-9ED5-57A1A5542DF6}" dt="2026-06-19T05:41:05.877" v="1"/>
          <ac:spMkLst>
            <pc:docMk/>
            <pc:sldMk cId="1229047658" sldId="288"/>
            <ac:spMk id="2" creationId="{DF28AC7D-07EA-A945-E96E-15036A9DB45D}"/>
          </ac:spMkLst>
        </pc:spChg>
        <pc:spChg chg="del">
          <ac:chgData name="Aman Shrivastava" userId="S::ashrivastava@edunetfoundation.org::c21995ab-fa37-4cde-b5a3-dec0fb9e9a10" providerId="AD" clId="Web-{088AD18C-7811-B1E2-9ED5-57A1A5542DF6}" dt="2026-06-19T05:41:09.174" v="2"/>
          <ac:spMkLst>
            <pc:docMk/>
            <pc:sldMk cId="1229047658" sldId="288"/>
            <ac:spMk id="3" creationId="{6E0CE283-F2CE-BB1E-A169-02FBC85A94BA}"/>
          </ac:spMkLst>
        </pc:spChg>
        <pc:spChg chg="add mod">
          <ac:chgData name="Aman Shrivastava" userId="S::ashrivastava@edunetfoundation.org::c21995ab-fa37-4cde-b5a3-dec0fb9e9a10" providerId="AD" clId="Web-{088AD18C-7811-B1E2-9ED5-57A1A5542DF6}" dt="2026-06-19T05:49:31.148" v="36" actId="20577"/>
          <ac:spMkLst>
            <pc:docMk/>
            <pc:sldMk cId="1229047658" sldId="288"/>
            <ac:spMk id="6" creationId="{3F1C7BCA-5DD7-F4D3-A937-D1C56976DA01}"/>
          </ac:spMkLst>
        </pc:spChg>
        <pc:picChg chg="add mod">
          <ac:chgData name="Aman Shrivastava" userId="S::ashrivastava@edunetfoundation.org::c21995ab-fa37-4cde-b5a3-dec0fb9e9a10" providerId="AD" clId="Web-{088AD18C-7811-B1E2-9ED5-57A1A5542DF6}" dt="2026-06-19T05:48:40.427" v="14" actId="14100"/>
          <ac:picMkLst>
            <pc:docMk/>
            <pc:sldMk cId="1229047658" sldId="288"/>
            <ac:picMk id="4" creationId="{AD88C341-1F2F-9B6F-593F-2917E7E23DCB}"/>
          </ac:picMkLst>
        </pc:picChg>
        <pc:picChg chg="add mod">
          <ac:chgData name="Aman Shrivastava" userId="S::ashrivastava@edunetfoundation.org::c21995ab-fa37-4cde-b5a3-dec0fb9e9a10" providerId="AD" clId="Web-{088AD18C-7811-B1E2-9ED5-57A1A5542DF6}" dt="2026-06-19T05:48:32.318" v="12" actId="14100"/>
          <ac:picMkLst>
            <pc:docMk/>
            <pc:sldMk cId="1229047658" sldId="288"/>
            <ac:picMk id="5" creationId="{78BE1AD4-7C9B-6215-1BD9-9999437CD770}"/>
          </ac:picMkLst>
        </pc:picChg>
      </pc:sldChg>
    </pc:docChg>
  </pc:docChgLst>
  <pc:docChgLst>
    <pc:chgData name="Aswini Kumar Motapothula" userId="S::aswinikumar@edunetfoundation.org::8849ae8d-bc89-4217-899c-9440ffcae5bb" providerId="AD" clId="Web-{0037A25B-DA5D-A37C-3B36-7F0977405ABF}"/>
    <pc:docChg chg="addSld modSld">
      <pc:chgData name="Aswini Kumar Motapothula" userId="S::aswinikumar@edunetfoundation.org::8849ae8d-bc89-4217-899c-9440ffcae5bb" providerId="AD" clId="Web-{0037A25B-DA5D-A37C-3B36-7F0977405ABF}" dt="2026-06-19T05:59:39.887" v="95" actId="20577"/>
      <pc:docMkLst>
        <pc:docMk/>
      </pc:docMkLst>
      <pc:sldChg chg="addSp delSp modSp">
        <pc:chgData name="Aswini Kumar Motapothula" userId="S::aswinikumar@edunetfoundation.org::8849ae8d-bc89-4217-899c-9440ffcae5bb" providerId="AD" clId="Web-{0037A25B-DA5D-A37C-3B36-7F0977405ABF}" dt="2026-06-19T05:59:39.887" v="95" actId="20577"/>
        <pc:sldMkLst>
          <pc:docMk/>
          <pc:sldMk cId="1229047658" sldId="288"/>
        </pc:sldMkLst>
        <pc:spChg chg="add del">
          <ac:chgData name="Aswini Kumar Motapothula" userId="S::aswinikumar@edunetfoundation.org::8849ae8d-bc89-4217-899c-9440ffcae5bb" providerId="AD" clId="Web-{0037A25B-DA5D-A37C-3B36-7F0977405ABF}" dt="2026-06-19T05:52:55.794" v="1"/>
          <ac:spMkLst>
            <pc:docMk/>
            <pc:sldMk cId="1229047658" sldId="288"/>
            <ac:spMk id="2" creationId="{AEE9AF93-8291-7FBB-4169-9C96AABF542F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9:39.887" v="95" actId="20577"/>
          <ac:spMkLst>
            <pc:docMk/>
            <pc:sldMk cId="1229047658" sldId="288"/>
            <ac:spMk id="3" creationId="{4837D5EE-379B-FDC5-0854-8AC81D31FADF}"/>
          </ac:spMkLst>
        </pc:spChg>
        <pc:picChg chg="mod">
          <ac:chgData name="Aswini Kumar Motapothula" userId="S::aswinikumar@edunetfoundation.org::8849ae8d-bc89-4217-899c-9440ffcae5bb" providerId="AD" clId="Web-{0037A25B-DA5D-A37C-3B36-7F0977405ABF}" dt="2026-06-19T05:54:10.419" v="46" actId="1076"/>
          <ac:picMkLst>
            <pc:docMk/>
            <pc:sldMk cId="1229047658" sldId="288"/>
            <ac:picMk id="4" creationId="{AD88C341-1F2F-9B6F-593F-2917E7E23DCB}"/>
          </ac:picMkLst>
        </pc:picChg>
        <pc:picChg chg="del mod">
          <ac:chgData name="Aswini Kumar Motapothula" userId="S::aswinikumar@edunetfoundation.org::8849ae8d-bc89-4217-899c-9440ffcae5bb" providerId="AD" clId="Web-{0037A25B-DA5D-A37C-3B36-7F0977405ABF}" dt="2026-06-19T05:54:19.904" v="49"/>
          <ac:picMkLst>
            <pc:docMk/>
            <pc:sldMk cId="1229047658" sldId="288"/>
            <ac:picMk id="5" creationId="{78BE1AD4-7C9B-6215-1BD9-9999437CD770}"/>
          </ac:picMkLst>
        </pc:picChg>
      </pc:sldChg>
      <pc:sldChg chg="addSp delSp modSp new">
        <pc:chgData name="Aswini Kumar Motapothula" userId="S::aswinikumar@edunetfoundation.org::8849ae8d-bc89-4217-899c-9440ffcae5bb" providerId="AD" clId="Web-{0037A25B-DA5D-A37C-3B36-7F0977405ABF}" dt="2026-06-19T05:55:38.278" v="91" actId="1076"/>
        <pc:sldMkLst>
          <pc:docMk/>
          <pc:sldMk cId="2506610743" sldId="289"/>
        </pc:sldMkLst>
        <pc:spChg chg="del">
          <ac:chgData name="Aswini Kumar Motapothula" userId="S::aswinikumar@edunetfoundation.org::8849ae8d-bc89-4217-899c-9440ffcae5bb" providerId="AD" clId="Web-{0037A25B-DA5D-A37C-3B36-7F0977405ABF}" dt="2026-06-19T05:54:27.466" v="53"/>
          <ac:spMkLst>
            <pc:docMk/>
            <pc:sldMk cId="2506610743" sldId="289"/>
            <ac:spMk id="2" creationId="{CB0171ED-6665-28B2-1F95-D5DB94297A27}"/>
          </ac:spMkLst>
        </pc:spChg>
        <pc:spChg chg="del">
          <ac:chgData name="Aswini Kumar Motapothula" userId="S::aswinikumar@edunetfoundation.org::8849ae8d-bc89-4217-899c-9440ffcae5bb" providerId="AD" clId="Web-{0037A25B-DA5D-A37C-3B36-7F0977405ABF}" dt="2026-06-19T05:54:30.450" v="54"/>
          <ac:spMkLst>
            <pc:docMk/>
            <pc:sldMk cId="2506610743" sldId="289"/>
            <ac:spMk id="3" creationId="{7D69201D-F352-BEC5-9310-979DE8898B63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4:43.950" v="57" actId="1076"/>
          <ac:spMkLst>
            <pc:docMk/>
            <pc:sldMk cId="2506610743" sldId="289"/>
            <ac:spMk id="5" creationId="{CA8544A9-CF92-3FAF-D3EE-31DF90F7A64D}"/>
          </ac:spMkLst>
        </pc:spChg>
        <pc:spChg chg="add mod">
          <ac:chgData name="Aswini Kumar Motapothula" userId="S::aswinikumar@edunetfoundation.org::8849ae8d-bc89-4217-899c-9440ffcae5bb" providerId="AD" clId="Web-{0037A25B-DA5D-A37C-3B36-7F0977405ABF}" dt="2026-06-19T05:55:27.278" v="87" actId="20577"/>
          <ac:spMkLst>
            <pc:docMk/>
            <pc:sldMk cId="2506610743" sldId="289"/>
            <ac:spMk id="6" creationId="{C0D36B1A-26C2-CD55-1032-4CB5E4EDF305}"/>
          </ac:spMkLst>
        </pc:spChg>
        <pc:picChg chg="add mod modCrop">
          <ac:chgData name="Aswini Kumar Motapothula" userId="S::aswinikumar@edunetfoundation.org::8849ae8d-bc89-4217-899c-9440ffcae5bb" providerId="AD" clId="Web-{0037A25B-DA5D-A37C-3B36-7F0977405ABF}" dt="2026-06-19T05:55:38.278" v="91" actId="1076"/>
          <ac:picMkLst>
            <pc:docMk/>
            <pc:sldMk cId="2506610743" sldId="289"/>
            <ac:picMk id="4" creationId="{099C3698-991D-7A38-C456-893C84C23F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69829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xmlns="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xmlns="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xmlns="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xmlns="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xmlns="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xmlns="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xmlns="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xmlns="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xmlns="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723" y="1139868"/>
            <a:ext cx="10758727" cy="3422607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" pitchFamily="34" charset="0"/>
                <a:cs typeface="Arial" pitchFamily="34" charset="0"/>
              </a:rPr>
              <a:t>ADCET FDP on </a:t>
            </a:r>
            <a:r>
              <a:rPr lang="en-US" sz="2800" b="1" dirty="0" err="1">
                <a:latin typeface="Arial" pitchFamily="34" charset="0"/>
                <a:cs typeface="Arial" pitchFamily="34" charset="0"/>
              </a:rPr>
              <a:t>Agentic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 AI, Cyber Security &amp; Quantum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Computing</a:t>
            </a:r>
            <a:br>
              <a:rPr lang="en-US" sz="2800" b="1" dirty="0" smtClean="0">
                <a:latin typeface="Arial" pitchFamily="34" charset="0"/>
                <a:cs typeface="Arial" pitchFamily="34" charset="0"/>
              </a:rPr>
            </a:b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Project </a:t>
            </a:r>
            <a:r>
              <a:rPr lang="en-US" sz="2800" b="1" dirty="0">
                <a:latin typeface="Arial" pitchFamily="34" charset="0"/>
                <a:cs typeface="Arial" pitchFamily="34" charset="0"/>
              </a:rPr>
              <a:t>Submission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Arial" pitchFamily="34" charset="0"/>
              <a:ea typeface="Times New Roman"/>
              <a:cs typeface="Arial" pitchFamily="34" charset="0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Arial" pitchFamily="34" charset="0"/>
              <a:ea typeface="Times New Roman"/>
              <a:cs typeface="Arial" pitchFamily="34" charset="0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82795249"/>
              </p:ext>
            </p:extLst>
          </p:nvPr>
        </p:nvGraphicFramePr>
        <p:xfrm>
          <a:off x="889349" y="2600315"/>
          <a:ext cx="9804898" cy="326186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1549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499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499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5499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146487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9699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LAVANYA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lavanya.oct12@gmail.com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smtClean="0"/>
                        <a:t>9381480053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2962" y="4524985"/>
            <a:ext cx="982561" cy="8861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828B9EF-C084-F5D4-CA27-75AF7D995640}"/>
              </a:ext>
            </a:extLst>
          </p:cNvPr>
          <p:cNvSpPr txBox="1"/>
          <p:nvPr/>
        </p:nvSpPr>
        <p:spPr>
          <a:xfrm>
            <a:off x="1211005" y="1828800"/>
            <a:ext cx="10275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Domain of  Project 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–HealthCare</a:t>
            </a:r>
            <a:endParaRPr lang="en-IN" sz="2800" b="1" dirty="0">
              <a:highlight>
                <a:srgbClr val="FFFF00"/>
              </a:highlight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Project Tile – </a:t>
            </a:r>
            <a:r>
              <a:rPr lang="en-IN" sz="2800" b="1" dirty="0" err="1" smtClean="0"/>
              <a:t>ChefGPT</a:t>
            </a:r>
            <a:r>
              <a:rPr lang="en-IN" sz="2800" b="1" dirty="0" smtClean="0"/>
              <a:t> </a:t>
            </a:r>
            <a:r>
              <a:rPr lang="en-IN" sz="2800" b="1" dirty="0"/>
              <a:t>AI – Intelligent Recipe Generator &amp; Cooking </a:t>
            </a:r>
            <a:r>
              <a:rPr lang="en-IN" sz="2800" b="1" dirty="0" smtClean="0"/>
              <a:t>Assistant</a:t>
            </a:r>
            <a:endParaRPr lang="en-IN" sz="2800" b="1" dirty="0">
              <a:highlight>
                <a:srgbClr val="FFFF00"/>
              </a:highligh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12109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Problem Statement : </a:t>
            </a:r>
            <a:r>
              <a:rPr lang="en-IN" sz="2000" b="1" dirty="0" err="1"/>
              <a:t>ChefGPT</a:t>
            </a:r>
            <a:r>
              <a:rPr lang="en-IN" sz="2000" b="1" dirty="0"/>
              <a:t> AI – Intelligent Recipe Generator &amp; Cooking Assistant </a:t>
            </a:r>
            <a:r>
              <a:rPr lang="en-US" sz="2000" dirty="0"/>
              <a:t> </a:t>
            </a:r>
          </a:p>
          <a:p>
            <a:pPr fontAlgn="base"/>
            <a:endParaRPr lang="en-US" sz="2000" b="1" dirty="0"/>
          </a:p>
          <a:p>
            <a:pPr fontAlgn="base"/>
            <a:r>
              <a:rPr lang="en-US" sz="2000" b="1" dirty="0"/>
              <a:t>The Challenge</a:t>
            </a:r>
            <a:r>
              <a:rPr lang="en-US" sz="2000" dirty="0"/>
              <a:t> </a:t>
            </a:r>
          </a:p>
          <a:p>
            <a:r>
              <a:rPr lang="en-US" sz="2000" dirty="0" smtClean="0"/>
              <a:t>	Traditional </a:t>
            </a:r>
            <a:r>
              <a:rPr lang="en-US" sz="2000" dirty="0"/>
              <a:t>recipe applications provide static content and lack personalization. Users often face challenges such as: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Finding </a:t>
            </a:r>
            <a:r>
              <a:rPr lang="en-US" sz="2000" dirty="0"/>
              <a:t>relevant recipes from large collections of cookbooks or notes.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Adapting </a:t>
            </a:r>
            <a:r>
              <a:rPr lang="en-US" sz="2000" dirty="0"/>
              <a:t>recipes to dietary requirements such as vegan, </a:t>
            </a:r>
            <a:r>
              <a:rPr lang="en-US" sz="2000" dirty="0" err="1"/>
              <a:t>keto</a:t>
            </a:r>
            <a:r>
              <a:rPr lang="en-US" sz="2000" dirty="0"/>
              <a:t>, gluten-free, </a:t>
            </a:r>
            <a:r>
              <a:rPr lang="en-US" sz="2000" dirty="0" smtClean="0"/>
              <a:t>or </a:t>
            </a:r>
            <a:r>
              <a:rPr lang="en-US" sz="2000" dirty="0"/>
              <a:t>low-calorie diets.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Identifying </a:t>
            </a:r>
            <a:r>
              <a:rPr lang="en-US" sz="2000" dirty="0"/>
              <a:t>suitable ingredient substitutions when ingredients are unavailable.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Understanding </a:t>
            </a:r>
            <a:r>
              <a:rPr lang="en-US" sz="2000" dirty="0"/>
              <a:t>the nutritional value of </a:t>
            </a:r>
            <a:r>
              <a:rPr lang="en-US" sz="2000" dirty="0" err="1" smtClean="0"/>
              <a:t>recipes.Generating</a:t>
            </a:r>
            <a:r>
              <a:rPr lang="en-US" sz="2000" dirty="0" smtClean="0"/>
              <a:t> </a:t>
            </a:r>
            <a:r>
              <a:rPr lang="en-US" sz="2000" dirty="0"/>
              <a:t>organized shopping lists for meal preparation.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Receiving </a:t>
            </a:r>
            <a:r>
              <a:rPr lang="en-US" sz="2000" dirty="0"/>
              <a:t>intelligent, conversational cooking guidance based on trusted recipe documents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4088" y="1102290"/>
            <a:ext cx="836738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b="1" dirty="0"/>
              <a:t>The Objective</a:t>
            </a:r>
            <a:r>
              <a:rPr lang="en-US" sz="2000" dirty="0"/>
              <a:t> </a:t>
            </a:r>
          </a:p>
          <a:p>
            <a:r>
              <a:rPr lang="en-US" sz="2000" dirty="0"/>
              <a:t>The primary objective of </a:t>
            </a:r>
            <a:r>
              <a:rPr lang="en-US" sz="2000" dirty="0" err="1"/>
              <a:t>ChefGPT</a:t>
            </a:r>
            <a:r>
              <a:rPr lang="en-US" sz="2000" dirty="0"/>
              <a:t> AI is to develop an </a:t>
            </a:r>
            <a:r>
              <a:rPr lang="en-US" sz="2000" b="1" dirty="0" err="1"/>
              <a:t>Agentic</a:t>
            </a:r>
            <a:r>
              <a:rPr lang="en-US" sz="2000" b="1" dirty="0"/>
              <a:t> AI-based cooking assistant</a:t>
            </a:r>
            <a:r>
              <a:rPr lang="en-US" sz="2000" dirty="0"/>
              <a:t> that: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Uses a </a:t>
            </a:r>
            <a:r>
              <a:rPr lang="en-US" sz="2000" b="1" dirty="0"/>
              <a:t>RAG (Retrieval-Augmented Generation)</a:t>
            </a:r>
            <a:r>
              <a:rPr lang="en-US" sz="2000" dirty="0"/>
              <a:t> system to retrieve relevant recipe information from uploaded documents.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Provides personalized recipe recommendations using </a:t>
            </a:r>
            <a:r>
              <a:rPr lang="en-US" sz="2000" b="1" dirty="0"/>
              <a:t>IBM Granite Models</a:t>
            </a:r>
            <a:r>
              <a:rPr lang="en-US" sz="2000" dirty="0"/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Adapts recipes according to user dietary preferences and restrictions.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Suggests ingredient substitutions with reasoning and quantity conversions.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Analyzes nutritional information and offers health recommendations.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Generates categorized shopping lists.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Demonstrates </a:t>
            </a:r>
            <a:r>
              <a:rPr lang="en-US" sz="2000" b="1" dirty="0"/>
              <a:t>multi-agent collaboration</a:t>
            </a:r>
            <a:r>
              <a:rPr lang="en-US" sz="2000" dirty="0"/>
              <a:t> through a centralized AI orchestrator using </a:t>
            </a:r>
            <a:r>
              <a:rPr lang="en-US" sz="2000" b="1" dirty="0"/>
              <a:t>IBM watsonx.ai Studio</a:t>
            </a:r>
            <a:r>
              <a:rPr lang="en-US" sz="20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050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xmlns="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sz="2000" b="1" dirty="0"/>
              <a:t>Proposed Solution</a:t>
            </a:r>
            <a:r>
              <a:rPr lang="en-US" sz="2000" b="1" dirty="0" smtClean="0"/>
              <a:t>:</a:t>
            </a:r>
            <a:r>
              <a:rPr lang="en-US" sz="2000" dirty="0"/>
              <a:t> The proposed solution is an intelligent, web-based cooking assistant built using </a:t>
            </a:r>
            <a:r>
              <a:rPr lang="en-US" sz="2000" b="1" dirty="0"/>
              <a:t>Python</a:t>
            </a:r>
            <a:r>
              <a:rPr lang="en-US" sz="2000" dirty="0"/>
              <a:t>, </a:t>
            </a:r>
            <a:r>
              <a:rPr lang="en-US" sz="2000" b="1" dirty="0"/>
              <a:t>Flask</a:t>
            </a:r>
            <a:r>
              <a:rPr lang="en-US" sz="2000" dirty="0"/>
              <a:t>, </a:t>
            </a:r>
            <a:r>
              <a:rPr lang="en-US" sz="2000" b="1" dirty="0"/>
              <a:t>IBM watsonx.ai Studio</a:t>
            </a:r>
            <a:r>
              <a:rPr lang="en-US" sz="2000" dirty="0"/>
              <a:t>, and </a:t>
            </a:r>
            <a:r>
              <a:rPr lang="en-US" sz="2000" b="1" dirty="0"/>
              <a:t>IBM Granite Models</a:t>
            </a:r>
            <a:r>
              <a:rPr lang="en-US" sz="2000" dirty="0"/>
              <a:t>. The application incorporates a lightweight </a:t>
            </a:r>
            <a:r>
              <a:rPr lang="en-US" sz="2000" b="1" dirty="0"/>
              <a:t>RAG pipeline</a:t>
            </a:r>
            <a:r>
              <a:rPr lang="en-US" sz="2000" dirty="0"/>
              <a:t> that extracts text from uploaded recipe documents, creates </a:t>
            </a:r>
            <a:r>
              <a:rPr lang="en-US" sz="2000" dirty="0" err="1"/>
              <a:t>embeddings</a:t>
            </a:r>
            <a:r>
              <a:rPr lang="en-US" sz="2000" dirty="0"/>
              <a:t>, stores recipe chunks in memory, and retrieves the most relevant information to answer user queries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The system employs </a:t>
            </a:r>
            <a:r>
              <a:rPr lang="en-US" sz="2000" b="1" dirty="0"/>
              <a:t>five specialized AI agents</a:t>
            </a:r>
            <a:r>
              <a:rPr lang="en-US" sz="2000" dirty="0" smtClean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Recipe </a:t>
            </a:r>
            <a:r>
              <a:rPr lang="en-US" sz="2000" b="1" dirty="0"/>
              <a:t>Retrieval Agent</a:t>
            </a:r>
            <a:r>
              <a:rPr lang="en-US" sz="2000" dirty="0"/>
              <a:t> – Retrieves relevant recipes and cooking instructions using the RAG system.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Recipe Adaptation Agent</a:t>
            </a:r>
            <a:r>
              <a:rPr lang="en-US" sz="2000" dirty="0"/>
              <a:t> – Modifies recipes based on dietary preferences.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Ingredient Substitution Agent</a:t>
            </a:r>
            <a:r>
              <a:rPr lang="en-US" sz="2000" dirty="0"/>
              <a:t> – Recommends suitable ingredient alternatives.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Nutrition Analysis Agent</a:t>
            </a:r>
            <a:r>
              <a:rPr lang="en-US" sz="2000" dirty="0"/>
              <a:t> – Estimates nutritional values and provides health insights.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Shopping List Agent</a:t>
            </a:r>
            <a:r>
              <a:rPr lang="en-US" sz="2000" dirty="0"/>
              <a:t> – Generates categorized shopping lists with estimated quantities.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Master Orchestrator Agent</a:t>
            </a:r>
            <a:r>
              <a:rPr lang="en-US" sz="2000" dirty="0"/>
              <a:t> coordinates all agents, combines their outputs, and produces a comprehensive, personalized cooking guide. The application features a modern Flask interface with dashboards for recipe details, nutrition analysis, shopping lists, and agent workflow visualization.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</a:t>
            </a:r>
            <a:r>
              <a:rPr lang="en-US" sz="2400" b="1" dirty="0"/>
              <a:t>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51FBD4A-3273-E454-091D-D5B0678FC299}"/>
              </a:ext>
            </a:extLst>
          </p:cNvPr>
          <p:cNvSpPr txBox="1"/>
          <p:nvPr/>
        </p:nvSpPr>
        <p:spPr>
          <a:xfrm>
            <a:off x="501041" y="253799"/>
            <a:ext cx="739937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314885"/>
              </p:ext>
            </p:extLst>
          </p:nvPr>
        </p:nvGraphicFramePr>
        <p:xfrm>
          <a:off x="473482" y="715464"/>
          <a:ext cx="10819358" cy="6123990"/>
        </p:xfrm>
        <a:graphic>
          <a:graphicData uri="http://schemas.openxmlformats.org/drawingml/2006/table">
            <a:tbl>
              <a:tblPr/>
              <a:tblGrid>
                <a:gridCol w="5409679"/>
                <a:gridCol w="5409679"/>
              </a:tblGrid>
              <a:tr h="376822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Arial" pitchFamily="34" charset="0"/>
                          <a:cs typeface="Arial" pitchFamily="34" charset="0"/>
                        </a:rPr>
                        <a:t>Heading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Arial" pitchFamily="34" charset="0"/>
                          <a:cs typeface="Arial" pitchFamily="34" charset="0"/>
                        </a:rPr>
                        <a:t>Technology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Platform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IBM BOB Platform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Programming Language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Python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Web Framework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Flask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Cloud Platform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IBM Cloud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AI Platform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IBM watsonx.ai Studio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Foundation Model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v-SE" sz="2000" b="0" dirty="0">
                          <a:latin typeface="Arial" pitchFamily="34" charset="0"/>
                          <a:cs typeface="Arial" pitchFamily="34" charset="0"/>
                        </a:rPr>
                        <a:t>IBM Granite Models (Granite 3.2 8B)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AI Architecture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 err="1">
                          <a:latin typeface="Arial" pitchFamily="34" charset="0"/>
                          <a:cs typeface="Arial" pitchFamily="34" charset="0"/>
                        </a:rPr>
                        <a:t>Agentic</a:t>
                      </a:r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 AI, Multi-Agent Collaboration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Retrieval Technique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Retrieval-Augmented Generation (RAG)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Vector Database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FAISS / Chroma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Embedding Generation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IBM watsonx.ai </a:t>
                      </a:r>
                      <a:r>
                        <a:rPr lang="en-IN" sz="2000" b="0" dirty="0" err="1">
                          <a:latin typeface="Arial" pitchFamily="34" charset="0"/>
                          <a:cs typeface="Arial" pitchFamily="34" charset="0"/>
                        </a:rPr>
                        <a:t>Embeddings</a:t>
                      </a:r>
                      <a:endParaRPr lang="en-IN" sz="2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Semantic Search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Vector Similarity Search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Document Processing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PyPDF2, TXT Processing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6822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Frontend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HTML, CSS, Bootstrap 5, Jinja2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72881"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Arial" pitchFamily="34" charset="0"/>
                          <a:cs typeface="Arial" pitchFamily="34" charset="0"/>
                        </a:rPr>
                        <a:t>Environment Configuration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Arial" pitchFamily="34" charset="0"/>
                          <a:cs typeface="Arial" pitchFamily="34" charset="0"/>
                        </a:rPr>
                        <a:t>WATSONX_API_KEY, WATSONX_PROJECT_ID, WATSONX_URL</a:t>
                      </a:r>
                    </a:p>
                  </a:txBody>
                  <a:tcPr marL="83147" marR="83147" marT="41573" marB="415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xmlns="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xmlns="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xmlns="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xmlns="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xmlns="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xmlns="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xmlns="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xmlns="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34207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</a:t>
            </a:r>
            <a:r>
              <a:rPr lang="en-US" sz="2000" dirty="0" smtClean="0"/>
              <a:t>hefgpt_app.py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 err="1" smtClean="0"/>
              <a:t>chefgpt.env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chefgpt_app.py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034" y="771747"/>
            <a:ext cx="8887626" cy="5328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59" y="849833"/>
            <a:ext cx="9995768" cy="551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138113"/>
            <a:ext cx="10936288" cy="660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xmlns="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33" y="1127342"/>
            <a:ext cx="10471758" cy="5298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Role of </a:t>
            </a:r>
            <a:r>
              <a:rPr lang="en-US" sz="2800" b="1" dirty="0" err="1"/>
              <a:t>Agentic</a:t>
            </a:r>
            <a:r>
              <a:rPr lang="en-US" sz="2800" b="1" dirty="0"/>
              <a:t> AI in the solution 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Role of </a:t>
            </a:r>
            <a:r>
              <a:rPr lang="en-US" sz="2000" b="1" dirty="0" err="1"/>
              <a:t>Agentic</a:t>
            </a:r>
            <a:r>
              <a:rPr lang="en-US" sz="2000" b="1" dirty="0"/>
              <a:t> AI </a:t>
            </a:r>
            <a:r>
              <a:rPr lang="en-US" sz="2000" b="1" dirty="0" smtClean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 smtClean="0"/>
              <a:t>Artificial </a:t>
            </a:r>
            <a:r>
              <a:rPr lang="en-IN" sz="2000" dirty="0"/>
              <a:t>Intelligence (AI) is the core of </a:t>
            </a:r>
            <a:r>
              <a:rPr lang="en-IN" sz="2000" b="1" dirty="0" err="1"/>
              <a:t>ChefGPT</a:t>
            </a:r>
            <a:r>
              <a:rPr lang="en-IN" sz="2000" b="1" dirty="0"/>
              <a:t> AI – Intelligent Recipe Generator &amp; Cooking Assistant</a:t>
            </a:r>
            <a:r>
              <a:rPr lang="en-IN" sz="2000" dirty="0"/>
              <a:t>. Using </a:t>
            </a:r>
            <a:r>
              <a:rPr lang="en-IN" sz="2000" b="1" dirty="0"/>
              <a:t>IBM watsonx.ai Studio</a:t>
            </a:r>
            <a:r>
              <a:rPr lang="en-IN" sz="2000" dirty="0"/>
              <a:t>, </a:t>
            </a:r>
            <a:r>
              <a:rPr lang="en-IN" sz="2000" b="1" dirty="0"/>
              <a:t>IBM Granite Models</a:t>
            </a:r>
            <a:r>
              <a:rPr lang="en-IN" sz="2000" dirty="0"/>
              <a:t>, and </a:t>
            </a:r>
            <a:r>
              <a:rPr lang="en-IN" sz="2000" b="1" dirty="0"/>
              <a:t>Retrieval-Augmented Generation (RAG)</a:t>
            </a:r>
            <a:r>
              <a:rPr lang="en-IN" sz="2000" dirty="0"/>
              <a:t>, the system understands user queries, retrieves relevant recipe information from uploaded documents, and generates personalized cooking recommendations. </a:t>
            </a:r>
            <a:endParaRPr lang="en-IN" sz="20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 smtClean="0"/>
              <a:t>AI </a:t>
            </a:r>
            <a:r>
              <a:rPr lang="en-IN" sz="2000" dirty="0"/>
              <a:t>also adapts recipes based on dietary preferences, suggests ingredient substitutions, </a:t>
            </a:r>
            <a:r>
              <a:rPr lang="en-IN" sz="2000" dirty="0" err="1"/>
              <a:t>analyzes</a:t>
            </a:r>
            <a:r>
              <a:rPr lang="en-IN" sz="2000" dirty="0"/>
              <a:t> nutritional values, and creates smart shopping lists. </a:t>
            </a:r>
            <a:endParaRPr lang="en-IN" sz="20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 smtClean="0"/>
              <a:t>Built </a:t>
            </a:r>
            <a:r>
              <a:rPr lang="en-IN" sz="2000" dirty="0"/>
              <a:t>with </a:t>
            </a:r>
            <a:r>
              <a:rPr lang="en-IN" sz="2000" b="1" dirty="0"/>
              <a:t>Python</a:t>
            </a:r>
            <a:r>
              <a:rPr lang="en-IN" sz="2000" dirty="0"/>
              <a:t>, </a:t>
            </a:r>
            <a:r>
              <a:rPr lang="en-IN" sz="2000" b="1" dirty="0"/>
              <a:t>Flask</a:t>
            </a:r>
            <a:r>
              <a:rPr lang="en-IN" sz="2000" dirty="0"/>
              <a:t>, and </a:t>
            </a:r>
            <a:r>
              <a:rPr lang="en-IN" sz="2000" b="1" dirty="0"/>
              <a:t>Bootstrap 5</a:t>
            </a:r>
            <a:r>
              <a:rPr lang="en-IN" sz="2000" dirty="0"/>
              <a:t>, the application delivers an intelligent, context-aware, and conversational cooking experience through a multi-agent AI architecture.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44" y="1089764"/>
            <a:ext cx="11139853" cy="523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7" y="1089764"/>
            <a:ext cx="11386159" cy="5033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own Arrow 2"/>
          <p:cNvSpPr/>
          <p:nvPr/>
        </p:nvSpPr>
        <p:spPr>
          <a:xfrm>
            <a:off x="4359058" y="4778488"/>
            <a:ext cx="288098" cy="6522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56" y="315913"/>
            <a:ext cx="11148165" cy="579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3118981" y="2555310"/>
            <a:ext cx="663879" cy="2880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806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47" y="393700"/>
            <a:ext cx="11423738" cy="585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34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xmlns="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dirty="0" err="1"/>
              <a:t>ChefGPT</a:t>
            </a:r>
            <a:r>
              <a:rPr lang="en-IN" sz="2000" dirty="0"/>
              <a:t> AI stands out by combining </a:t>
            </a:r>
            <a:r>
              <a:rPr lang="en-IN" sz="2000" b="1" dirty="0" err="1"/>
              <a:t>Agentic</a:t>
            </a:r>
            <a:r>
              <a:rPr lang="en-IN" sz="2000" b="1" dirty="0"/>
              <a:t> AI</a:t>
            </a:r>
            <a:r>
              <a:rPr lang="en-IN" sz="2000" dirty="0"/>
              <a:t>, </a:t>
            </a:r>
            <a:r>
              <a:rPr lang="en-IN" sz="2000" b="1" dirty="0"/>
              <a:t>IBM watsonx.ai Studio</a:t>
            </a:r>
            <a:r>
              <a:rPr lang="en-IN" sz="2000" dirty="0"/>
              <a:t>, </a:t>
            </a:r>
            <a:r>
              <a:rPr lang="en-IN" sz="2000" b="1" dirty="0"/>
              <a:t>IBM Granite Models</a:t>
            </a:r>
            <a:r>
              <a:rPr lang="en-IN" sz="2000" dirty="0"/>
              <a:t>, and </a:t>
            </a:r>
            <a:r>
              <a:rPr lang="en-IN" sz="2000" b="1" dirty="0"/>
              <a:t>Retrieval-Augmented Generation (RAG)</a:t>
            </a:r>
            <a:r>
              <a:rPr lang="en-IN" sz="2000" dirty="0"/>
              <a:t> into a single intelligent cooking assistant. Unlike traditional recipe applications that provide static recipes, </a:t>
            </a:r>
            <a:r>
              <a:rPr lang="en-IN" sz="2000" dirty="0" err="1"/>
              <a:t>ChefGPT</a:t>
            </a:r>
            <a:r>
              <a:rPr lang="en-IN" sz="2000" dirty="0"/>
              <a:t> AI retrieves information from uploaded recipe documents, understands user preferences, and generates personalized recipes in real time.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000" dirty="0"/>
              <a:t>Its unique </a:t>
            </a:r>
            <a:r>
              <a:rPr lang="en-IN" sz="2000" b="1" dirty="0"/>
              <a:t>multi-agent architecture</a:t>
            </a:r>
            <a:r>
              <a:rPr lang="en-IN" sz="2000" dirty="0"/>
              <a:t> allows specialized AI agents to collaborate for recipe retrieval, recipe adaptation, ingredient substitution, nutrition analysis, and shopping list generation. The system also supports </a:t>
            </a:r>
            <a:r>
              <a:rPr lang="en-IN" sz="2000" b="1" dirty="0"/>
              <a:t>conversational Recipe Q&amp;A</a:t>
            </a:r>
            <a:r>
              <a:rPr lang="en-IN" sz="2000" dirty="0"/>
              <a:t>, enabling users to interact naturally and receive context-aware cooking guidance. This combination of </a:t>
            </a:r>
            <a:r>
              <a:rPr lang="en-IN" sz="2000" b="1" dirty="0"/>
              <a:t>RAG, </a:t>
            </a:r>
            <a:r>
              <a:rPr lang="en-IN" sz="2000" b="1" dirty="0" err="1"/>
              <a:t>Agentic</a:t>
            </a:r>
            <a:r>
              <a:rPr lang="en-IN" sz="2000" b="1" dirty="0"/>
              <a:t> AI, and IBM Granite Models</a:t>
            </a:r>
            <a:r>
              <a:rPr lang="en-IN" sz="2000" dirty="0"/>
              <a:t> makes </a:t>
            </a:r>
            <a:r>
              <a:rPr lang="en-IN" sz="2000" dirty="0" err="1"/>
              <a:t>ChefGPT</a:t>
            </a:r>
            <a:r>
              <a:rPr lang="en-IN" sz="2000" dirty="0"/>
              <a:t> AI a smart, personalized, and interactive cooking assistant suitable for healthcare, nutrition, and modern culinary applications.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–https://github.com/lavanya1210/IBM-Project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</a:t>
            </a:r>
            <a:r>
              <a:rPr lang="en-US" sz="185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7238" y="1124746"/>
            <a:ext cx="998324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b="1" dirty="0"/>
              <a:t>Voice-Based Cooking Assistant:</a:t>
            </a:r>
            <a:r>
              <a:rPr lang="en-US" sz="2000" dirty="0"/>
              <a:t> Integrate speech recognition and voice responses for hands-free cooking guidance.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 smtClean="0"/>
              <a:t>Image-Based </a:t>
            </a:r>
            <a:r>
              <a:rPr lang="en-US" sz="2000" b="1" dirty="0"/>
              <a:t>Ingredient Recognition:</a:t>
            </a:r>
            <a:r>
              <a:rPr lang="en-US" sz="2000" dirty="0"/>
              <a:t> Allow users to upload food or ingredient images to generate suitable recipes.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 smtClean="0"/>
              <a:t>Smart </a:t>
            </a:r>
            <a:r>
              <a:rPr lang="en-US" sz="2000" b="1" dirty="0"/>
              <a:t>Meal Planning:</a:t>
            </a:r>
            <a:r>
              <a:rPr lang="en-US" sz="2000" dirty="0"/>
              <a:t> Create personalized weekly meal plans based on health goals, dietary preferences, and calorie requirements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b="1" dirty="0" err="1"/>
              <a:t>IoT</a:t>
            </a:r>
            <a:r>
              <a:rPr lang="en-US" sz="2000" b="1" dirty="0"/>
              <a:t> &amp; Smart Kitchen Integration:</a:t>
            </a:r>
            <a:r>
              <a:rPr lang="en-US" sz="2000" dirty="0"/>
              <a:t> Connect with smart kitchen appliances to automate cooking instructions and monitor cooking progress.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 smtClean="0"/>
              <a:t>Multilingual </a:t>
            </a:r>
            <a:r>
              <a:rPr lang="en-US" sz="2000" b="1" dirty="0"/>
              <a:t>Support:</a:t>
            </a:r>
            <a:r>
              <a:rPr lang="en-US" sz="2000" dirty="0"/>
              <a:t> Enable recipe generation and conversational assistance in multiple regional and international languages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b="1" dirty="0"/>
              <a:t>Advanced Nutrition Tracking:</a:t>
            </a:r>
            <a:r>
              <a:rPr lang="en-US" sz="2000" dirty="0"/>
              <a:t> Integrate with fitness and health apps to provide personalized nutrition recommendations and diet monitoring.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 smtClean="0"/>
              <a:t>Cloud-Based </a:t>
            </a:r>
            <a:r>
              <a:rPr lang="en-US" sz="2000" b="1" dirty="0"/>
              <a:t>Recipe Repository:</a:t>
            </a:r>
            <a:r>
              <a:rPr lang="en-US" sz="2000" dirty="0"/>
              <a:t> Store and synchronize user recipes, preferences, and shopping lists across multiple devices. </a:t>
            </a:r>
            <a:endParaRPr lang="en-US" sz="20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b="1" dirty="0" smtClean="0"/>
              <a:t>Real-Time </a:t>
            </a:r>
            <a:r>
              <a:rPr lang="en-US" sz="2000" b="1" dirty="0"/>
              <a:t>Grocery Integration:</a:t>
            </a:r>
            <a:r>
              <a:rPr lang="en-US" sz="2000" dirty="0"/>
              <a:t> Connect with online grocery platforms for one-click ingredient ordering and delivery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683" y="1489510"/>
            <a:ext cx="7040911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98" y="1775978"/>
            <a:ext cx="7055914" cy="4537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875</Words>
  <Application>Microsoft Office PowerPoint</Application>
  <PresentationFormat>Custom</PresentationFormat>
  <Paragraphs>135</Paragraphs>
  <Slides>21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ADCET FDP on Agentic AI, Cyber Security &amp; Quantum Computing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SRINIVASA RAO KOLUSU</cp:lastModifiedBy>
  <cp:revision>18</cp:revision>
  <dcterms:created xsi:type="dcterms:W3CDTF">2025-07-08T05:06:56Z</dcterms:created>
  <dcterms:modified xsi:type="dcterms:W3CDTF">2026-08-02T20:43:51Z</dcterms:modified>
</cp:coreProperties>
</file>